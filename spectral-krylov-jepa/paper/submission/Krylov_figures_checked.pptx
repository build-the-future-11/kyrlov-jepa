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009e6ec5d4fdc" /><Relationship Type="http://schemas.openxmlformats.org/officeDocument/2006/relationships/extended-properties" Target="/docProps/app.xml" Id="R7f15c6d73c4e477a" /><Relationship Type="http://schemas.openxmlformats.org/officeDocument/2006/relationships/officeDocument" Target="/ppt/presentation.xml" Id="Rdd2803a5a79c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1f65b55bd4ec6"/>
  </p:sldMasterIdLst>
  <p:notesMasterIdLst>
    <p:notesMasterId xmlns:r="http://schemas.openxmlformats.org/officeDocument/2006/relationships" r:id="R47199c64b40c4b95"/>
  </p:notesMasterIdLst>
  <p:sldIdLst>
    <p:sldId xmlns:r="http://schemas.openxmlformats.org/officeDocument/2006/relationships" id="256" r:id="R6d533b8c2a11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9dee8934545ef" /><Relationship Type="http://schemas.openxmlformats.org/officeDocument/2006/relationships/slideMaster" Target="/ppt/slideMasters/slideMaster1.xml" Id="Rdfe1f65b55bd4ec6" /><Relationship Type="http://schemas.openxmlformats.org/officeDocument/2006/relationships/notesMaster" Target="/ppt/notesMasters/notesMaster1.xml" Id="R47199c64b40c4b95" /><Relationship Type="http://schemas.openxmlformats.org/officeDocument/2006/relationships/presProps" Target="/ppt/presProps.xml" Id="R90a997d19a364513" /><Relationship Type="http://schemas.openxmlformats.org/officeDocument/2006/relationships/tableStyles" Target="/ppt/tableStyles.xml" Id="Rdbb16c0c1edb45e2" /><Relationship Type="http://schemas.openxmlformats.org/officeDocument/2006/relationships/slide" Target="/ppt/slides/slide1.xml" Id="R6d533b8c2a11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4c9b2a52d943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4814d67ec40fe" /><Relationship Type="http://schemas.openxmlformats.org/officeDocument/2006/relationships/notesMaster" Target="/ppt/notesMasters/notesMaster1.xml" Id="R666f18a1f732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spectral-krylov-jepa/results/astra_baselines_20260927/baseline_audit.json. Generated by scripts/13_audit_baselines.py. Values are 1 minus fidelity_mean. All six specified baseline/subset cases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ca50431c047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58f5bad994dd0" /><Relationship Type="http://schemas.openxmlformats.org/officeDocument/2006/relationships/slideLayout" Target="/ppt/slideLayouts/slideLayout1.xml" Id="R2e19efaa45fe4c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9efaa45fe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ef6d3af8e490c" /><Relationship Type="http://schemas.openxmlformats.org/officeDocument/2006/relationships/chart" Target="/ppt/slides/charts/chart1.xml" Id="R14525fa14d7f426e" /><Relationship Type="http://schemas.openxmlformats.org/officeDocument/2006/relationships/notesSlide" Target="/ppt/notesSlides/notesSlide1.xml" Id="R08247c0808d545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infidelity</c:v>
          </c:tx>
          <c:spPr>
            <a:solidFill xmlns:a="http://schemas.openxmlformats.org/drawingml/2006/main">
              <a:srgbClr val="285E8E"/>
            </a:solidFill>
          </c:spPr>
          <c:cat>
            <c:strRef>
              <c:f>'Chart Data'!$A$2:$A$7</c:f>
              <c:strCache>
                <c:ptCount val="6"/>
                <c:pt idx="0">
                  <c:v>Free box</c:v>
                </c:pt>
                <c:pt idx="1">
                  <c:v>Nine sine modes</c:v>
                </c:pt>
                <c:pt idx="2">
                  <c:v>Training mean (10 labels)</c:v>
                </c:pt>
                <c:pt idx="3">
                  <c:v>Linear ridge (10 labels)</c:v>
                </c:pt>
                <c:pt idx="4">
                  <c:v>Training mean (20 labels)</c:v>
                </c:pt>
                <c:pt idx="5">
                  <c:v>Linear ridge (20 labels)</c:v>
                </c:pt>
              </c:strCache>
            </c:strRef>
          </c:cat>
          <c:val>
            <c:numRef>
              <c:f>'Chart Data'!$B$2:$B$7</c:f>
              <c:numCache>
                <c:formatCode>0.000000</c:formatCode>
                <c:ptCount val="6"/>
                <c:pt idx="0">
                  <c:v>0.0055399087</c:v>
                </c:pt>
                <c:pt idx="1">
                  <c:v>0.0001015595</c:v>
                </c:pt>
                <c:pt idx="2">
                  <c:v>0.0065085945</c:v>
                </c:pt>
                <c:pt idx="3">
                  <c:v>0.0004750718</c:v>
                </c:pt>
                <c:pt idx="4">
                  <c:v>0.005567895</c:v>
                </c:pt>
                <c:pt idx="5">
                  <c:v>9.5938E-05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43C74-C52A-4B5F-93E4-5C1952AC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1  Simple baselines on the retained test set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571500" y="100012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525fa14d7f426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083DE-ED66-47A1-BC54-4B9D8C3A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infidelity (lower is better)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FAE4B-2F14-4F47-B2F2-C79448CF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Twelve historical smoke test-ID potentials on a 16 × 16 grid. The sine controls use no labels. Mean and ridge predictors use nested training subsets. This exploratory audit does not establish full-scale Krylov efficacy.</a:t>
            </a:r>
          </a:p>
        </p:txBody>
      </p:sp>
    </p:spTree>
    <p:extLst>
      <p:ext uri="{BB962C8B-B14F-4D97-AF65-F5344CB8AC3E}">
        <p14:creationId xmlns:p14="http://schemas.microsoft.com/office/powerpoint/2010/main" val="1731560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2026-09-27T05:10:09.9000000Z</dcterms:created>
  <dcterms:modified xsi:type="dcterms:W3CDTF">2026-09-27T05:10:09.9000000Z</dcterms:modified>
</coreProperties>
</file>